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星光读书会😀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t>周六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书店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3657600" cy="914400"/>
            <a:chOff x="914400" y="914400"/>
            <a:chExt cx="3657600" cy="91440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9144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结束后整理书架。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